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开场只讲三件事：作品一句话定位、这稿的证据来源、以及一个诚实的版本说明——前端还在迁移，所以界面截图不是最终视觉。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先给评审一张地图：定位、创新、方法、成果、贡献。并先把三种证据的口径说清楚，后面所有数字都按这个口径引用。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第一节只回答一个问题：这个作品是什么、不是什么。它决定了后面所有创新与边界的写法。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强调三条「不做」不是能力不足的托词，而是产品定位：把判定权留给用户。三个卡片分别对应受众、范围、边界。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这张图说明产品不是「给一个结论」，而是「给一条可走的路」。下钻两次分别到代码位置和政策全文，偏移量可以自己算。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第二节是评审最关心的部分：创新必须落到具体设计、具体文件、具体数字，而不是形容词。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这一页用真实样本说明「双向」不是口号：代码侧给到字节码偏移和目标描述符，政策侧给到码点区间；两侧对不上，就只能是证据不足。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创新点不在「多识别了几个 API」，而在「识别不出时怎么写」。我们让证据不足成为一等状态，而不是用推断补齐。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评测最容易造假的地方是「先看结果再定真值」。这里反过来：真值先冻结并哈希，算法容器不挂载真值目录，修订必须另建版本。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这一项的价值是「让别人能复核」：扫描在受限容器里跑，交付包打开前先验哈希。参数写死在代码与文档里，可以检查。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工作流本身不复杂，复杂的是每一步的状态都不能被悄悄跳过。右边这张表是全稿的引用口径：任何数字先问它属于哪一层证据。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工程管理不是「开了多少会」，而是三件事：谁负责、怎么验、证据绑在哪个版本上。最后一行说明材料本身也是按这个纪律做的。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这是全稿最容易被过度解读的数字。说完 12/12，立刻说它不能证明什么，并保留原六场景的历史数字。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成果页必须带反证。理解测试暴露了报告层级问题，H12 暴露了配置组合缺陷——把这两件事写出来，比多报一个漂亮数字更可信。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界面页只讲「可复核」怎么落地：来源状态、失败来源保留、回放不重扫。最后一句主动说明前端仍在迁移。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两张图分别证明「证据能下钻」和「移动端能用同一份报告」。Figure 6 里那句「本项只是清单权限能力，不代表实际访问」是产品语气的核心。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原创贡献按「可核验的工作」写，不按「谁写得最多」写。AI 参与如实说，但不把 AI 说成产品能力，也不虚构一个自主率。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收尾不喊口号：三句话分别对应定位、创新、边界，最后把证据索引交出去。留一句「以随包证据为准」，是给评审的复核入口。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GitProject\PrivacyTrace\.agents\worktrees\deck-competition-report\tmp\deck\slide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PrivacyTrace 作品汇报（2026 数媒竞赛）</dc:title>
  <dc:subject>移动应用静态隐私证据与政策声明对照</dc:subject>
  <dc:creator>PrivacyTrace</dc:creator>
  <cp:lastModifiedBy>PrivacyTrace</cp:lastModifiedBy>
  <cp:revision>1</cp:revision>
  <dcterms:created xsi:type="dcterms:W3CDTF">2026-10-22T18:44:23Z</dcterms:created>
  <dcterms:modified xsi:type="dcterms:W3CDTF">2026-10-22T18:44:23Z</dcterms:modified>
</cp:coreProperties>
</file>