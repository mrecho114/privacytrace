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开场讲三件事：一句话定位、证据来源、版本说明。前端还在迁移，截图不是最终视觉。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先给评审一张地图。三种证据的口径先说清楚，后面所有数字都按它引用。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第一节回答一个问题：这个作品做什么。后面的创新和边界都从这里长出来。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三条「不做」属于产品定位，把判定权留给用户。三张卡片对应受众、范围和边界。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这张图说明产品给的是可走的路。两次下钻分别到代码位置和政策全文，偏移量可以自己算。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第二节让创新落到设计、文件和数字上，不靠形容词。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真实样本里，代码侧给字节码偏移和目标描述符，政策侧给码点区间。两侧对不上，结论只能是证据不足。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创新点在识别不出时怎么写。证据不足是一等状态，不用推断补齐。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评测最容易造假的环节是先看结果再定真值。我们把顺序倒过来：真值先冻结并哈希，算法容器不挂载真值目录，修订另建版本。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这一项让评审能复核。扫描在受限容器里跑，交付包打开前先验哈希；参数写在代码和文档里。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工作流不复杂。难的是每一步状态都不能悄悄跳过。右边这张表是全稿的引用口径：任何数字先问它属于哪一层证据。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工程管理看三件事：谁负责、怎么验、证据绑在哪个版本上。最后一行说明材料本身也按这个纪律做。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12/12 最容易读过头。说完这个数，马上说它不能证明什么，再补原六场景的历史数字。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成果页带反证。理解测试暴露报告层级问题，H12 暴露配置组合缺陷。这两件事写出来，比多一个漂亮数字可信。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界面页讲可复核怎么落地：来源状态、失败来源保留、回放不重扫。最后一句说明前端还在迁移。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两张图分别证明证据能下钻、手机能看同一份报告。Figure 6 里「本项只是清单权限能力，不代表实际访问」这句最能说明产品语气。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原创贡献按可核验的工作写，不按谁写得多。AI 参与如实说；不把 AI 说成产品能力，也不虚构自主率。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收尾三句话对应定位、创新、边界，最后交出证据索引。「以随包证据为准」是给评审的复核入口。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Project\GitProject\PrivacyTrace\.agents\worktrees\deck-competition-report\tmp\deck\slides\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PrivacyTrace 作品汇报（2026 数媒竞赛）</dc:title>
  <dc:subject>移动应用静态隐私证据与政策声明对照</dc:subject>
  <dc:creator>PrivacyTrace</dc:creator>
  <cp:lastModifiedBy>PrivacyTrace</cp:lastModifiedBy>
  <cp:revision>1</cp:revision>
  <dcterms:created xsi:type="dcterms:W3CDTF">2026-10-22T18:52:34Z</dcterms:created>
  <dcterms:modified xsi:type="dcterms:W3CDTF">2026-10-22T18:52:34Z</dcterms:modified>
</cp:coreProperties>
</file>